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6D3A49-9D56-4D31-BD64-1431B6777DF0}" v="42" dt="2026-05-22T21:31:42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C049D-2AE1-4777-8BBF-70D4C66775BA}" type="datetimeFigureOut">
              <a:t>22.05.2026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C8AE1-652F-4539-BC45-C4D450A5E0D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4687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5486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🕹️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kern="0" spc="4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HiddenSteam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Скрытые жемчужины Steam — которые никто не видел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291840"/>
            <a:ext cx="2743200" cy="457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300">
                <a:solidFill>
                  <a:srgbClr val="4A6A80"/>
                </a:solidFill>
                <a:latin typeface="Calibri"/>
                <a:ea typeface="Calibri"/>
                <a:cs typeface="Calibri"/>
              </a:rPr>
              <a:t>Cинькевич Влад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0120" y="41605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1605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41605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41605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77640" y="41605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41605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41605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41605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95160" y="41605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41605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Проблема и идея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97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😩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50 000+</a:t>
            </a:r>
            <a:endParaRPr lang="en-US" sz="28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 в Steam</a:t>
            </a:r>
            <a:endParaRPr lang="en-US" sz="28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Топ-100 всегда одни и те же.</a:t>
            </a:r>
            <a:endParaRPr lang="en-US" sz="2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Скрытые инди-игры никто не видит.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E5FF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97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93776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24028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вопроса →</a:t>
            </a:r>
            <a:endParaRPr lang="en-US" sz="22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твои игры</a:t>
            </a:r>
            <a:endParaRPr lang="en-US" sz="2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Персональная подборка скрытых игр</a:t>
            </a:r>
            <a:endParaRPr lang="en-US" sz="22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твой жанр, бюджет и режим.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60520" y="23774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5FF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это работает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920240" cy="3611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078992"/>
            <a:ext cx="548640" cy="548640"/>
          </a:xfrm>
          <a:prstGeom prst="ellipse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🧍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Режим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или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друзьями?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46888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6A8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14600" y="960120"/>
            <a:ext cx="1920240" cy="3611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78992"/>
            <a:ext cx="548640" cy="548640"/>
          </a:xfrm>
          <a:prstGeom prst="ellipse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06040" y="24688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Бюджет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29260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$1 / $10 / любой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246888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6A80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1920240" cy="3611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49240" y="1078992"/>
            <a:ext cx="548640" cy="548640"/>
          </a:xfrm>
          <a:prstGeom prst="ellipse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🎮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754880" y="24688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Жанр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29260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жанров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выбор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246888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6A80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12280" y="960120"/>
            <a:ext cx="1920240" cy="3611880"/>
          </a:xfrm>
          <a:prstGeom prst="rect">
            <a:avLst/>
          </a:prstGeom>
          <a:solidFill>
            <a:srgbClr val="0A1F30"/>
          </a:solidFill>
          <a:ln w="12700">
            <a:solidFill>
              <a:srgbClr val="00E5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0" y="1078992"/>
            <a:ext cx="548640" cy="5486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08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12280" y="1783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✨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903720" y="24688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Результат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03720" y="29260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скрытых игр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специально для тебя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игры с &lt; 500 000 игроков и &lt; 5 000 отзывов — реально скрытые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Стек технологий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4864" cy="16916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111556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 + CSS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517904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Вёрстка и стили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фреймворков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54864" cy="16916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143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023360" y="111556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23360" y="1517904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Логика, API-запросы,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динамический рендер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54864" cy="169164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143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🟩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111556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Node.js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03720" y="1517904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Прокси-сервер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обхода CORS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265176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26080"/>
            <a:ext cx="54864" cy="169164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🚂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143000" y="303580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Express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3438144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API-маршрута: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/api/games, /api/game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926080"/>
            <a:ext cx="265176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926080"/>
            <a:ext cx="54864" cy="1691640"/>
          </a:xfrm>
          <a:prstGeom prst="rect">
            <a:avLst/>
          </a:prstGeom>
          <a:solidFill>
            <a:srgbClr val="F89820"/>
          </a:solidFill>
          <a:ln w="12700">
            <a:solidFill>
              <a:srgbClr val="F898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023360" y="303580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SteamSpy API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023360" y="3438144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об играх,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популярность, жанры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2926080"/>
            <a:ext cx="265176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2926080"/>
            <a:ext cx="54864" cy="16916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903720" y="303580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Railway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3438144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 сервера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Интерфейс и код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38404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🕹️ HiddenSteam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737360" y="1572768"/>
            <a:ext cx="182880" cy="182880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1572768"/>
            <a:ext cx="182880" cy="182880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572768"/>
            <a:ext cx="182880" cy="18288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Любимый жанр?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1691640" cy="438912"/>
          </a:xfrm>
          <a:prstGeom prst="rect">
            <a:avLst/>
          </a:prstGeom>
          <a:solidFill>
            <a:srgbClr val="04080F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7744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Экшн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2377440"/>
            <a:ext cx="1691640" cy="438912"/>
          </a:xfrm>
          <a:prstGeom prst="rect">
            <a:avLst/>
          </a:prstGeom>
          <a:solidFill>
            <a:srgbClr val="04080F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237744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Головоломка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944368"/>
            <a:ext cx="1691640" cy="438912"/>
          </a:xfrm>
          <a:prstGeom prst="rect">
            <a:avLst/>
          </a:prstGeom>
          <a:solidFill>
            <a:srgbClr val="04080F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4436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🐉 RPG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31720" y="2944368"/>
            <a:ext cx="1691640" cy="438912"/>
          </a:xfrm>
          <a:prstGeom prst="rect">
            <a:avLst/>
          </a:prstGeom>
          <a:solidFill>
            <a:srgbClr val="04080F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294436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♟️ Стратегия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Карточки игр с обложками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169164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3931920"/>
            <a:ext cx="1691640" cy="640080"/>
          </a:xfrm>
          <a:prstGeom prst="rect">
            <a:avLst/>
          </a:prstGeom>
          <a:solidFill>
            <a:srgbClr val="0A2540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776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$2.99  👍 87%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77440" y="39776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Free  👍 92%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960120"/>
            <a:ext cx="4206240" cy="3840480"/>
          </a:xfrm>
          <a:prstGeom prst="rect">
            <a:avLst/>
          </a:prstGeom>
          <a:solidFill>
            <a:srgbClr val="060D16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10241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Фильтрация скрытых игр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144475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games = Object.values(data)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169164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.filter(g =&gt; {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1938528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9E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price = g.price || 0;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2185416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9E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owners = parseInt(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243230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9E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g.owners.split(' ')[0]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267919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9E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.replace(/,/g, ''));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0" y="292608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только скрытые игры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3172968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price &lt;= priceMax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0" y="3419856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&amp;&amp; owners &lt; 500000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0" y="366674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&amp;&amp; reviews &lt; 5000;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0" y="391363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416052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.sort(() =&gt; Math.random()-0.5)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0" y="4407408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.slice(0, 9);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можно добавить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4864" cy="16916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111556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Профиль Steam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517904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 через Steam — автоматически убирать уже купленные игры из выдачи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54864" cy="16916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143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❤️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023360" y="111556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Список желаний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1517904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Сохранять понравившиеся игры и добавлять в вишлист Steam в один клик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54864" cy="169164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143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03720" y="111556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Скидки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1517904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по текущим скидкам — показывать только игры со скидкой больше 50%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265176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26080"/>
            <a:ext cx="54864" cy="169164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143000" y="3035808"/>
            <a:ext cx="178308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 dirty="0" err="1">
                <a:solidFill>
                  <a:srgbClr val="FFFFFF"/>
                </a:solidFill>
                <a:latin typeface="Arial Black"/>
                <a:ea typeface="Calibri" panose="020F0502020204030204"/>
                <a:cs typeface="Calibri" panose="020F0502020204030204"/>
              </a:rPr>
              <a:t>Мульти</a:t>
            </a:r>
            <a:endParaRPr lang="en-US" sz="1400" dirty="0" err="1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 Black"/>
                <a:ea typeface="Calibri"/>
                <a:cs typeface="Calibri"/>
              </a:rPr>
              <a:t>язычность</a:t>
            </a:r>
            <a:endParaRPr lang="en-US" sz="1400" dirty="0" err="1"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43000" y="3438144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нескольких языков, описания игр на русском языке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46120" y="2926080"/>
            <a:ext cx="265176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926080"/>
            <a:ext cx="54864" cy="1691640"/>
          </a:xfrm>
          <a:prstGeom prst="rect">
            <a:avLst/>
          </a:prstGeom>
          <a:solidFill>
            <a:srgbClr val="F89820"/>
          </a:solidFill>
          <a:ln w="12700">
            <a:solidFill>
              <a:srgbClr val="F898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023360" y="303580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Рейтинг недели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23360" y="3438144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Показывать какие скрытые игры набирают популярность прямо сейчас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26480" y="2926080"/>
            <a:ext cx="265176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2926080"/>
            <a:ext cx="54864" cy="1691640"/>
          </a:xfrm>
          <a:prstGeom prst="rect">
            <a:avLst/>
          </a:prstGeom>
          <a:solidFill>
            <a:srgbClr val="F89820"/>
          </a:solidFill>
          <a:ln w="12700">
            <a:solidFill>
              <a:srgbClr val="F898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903720" y="303580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Друзья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3438144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Делиться подборками с друзьями и смотреть их рекомендации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572000" cy="4572000"/>
          </a:xfrm>
          <a:prstGeom prst="ellipse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3657600" cy="3657600"/>
          </a:xfrm>
          <a:prstGeom prst="ellipse">
            <a:avLst/>
          </a:prstGeom>
          <a:solidFill>
            <a:srgbClr val="39FF14">
              <a:alpha val="6000"/>
            </a:srgbClr>
          </a:solidFill>
          <a:ln w="12700">
            <a:solidFill>
              <a:srgbClr val="39FF14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68508" y="10933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🕹️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08188" y="1168842"/>
            <a:ext cx="73152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5800" b="1" kern="0" spc="200" dirty="0" err="1">
                <a:solidFill>
                  <a:srgbClr val="00E5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Спасибо</a:t>
            </a:r>
            <a:endParaRPr lang="en-US" sz="5800" dirty="0" err="1">
              <a:solidFill>
                <a:srgbClr val="000000"/>
              </a:solidFill>
              <a:latin typeface="Arial Black"/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5800" b="1" kern="0" spc="200" dirty="0" err="1">
                <a:solidFill>
                  <a:srgbClr val="00E5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За</a:t>
            </a:r>
            <a:r>
              <a:rPr lang="en-US" sz="5800" b="1" kern="0" spc="200" dirty="0">
                <a:solidFill>
                  <a:srgbClr val="00E5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5800" b="1" kern="0" spc="200" dirty="0" err="1">
                <a:solidFill>
                  <a:srgbClr val="00E5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внимание</a:t>
            </a:r>
            <a:r>
              <a:rPr lang="en-US" sz="5800" b="1" kern="0" spc="200" dirty="0">
                <a:solidFill>
                  <a:srgbClr val="00E5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!</a:t>
            </a:r>
            <a:endParaRPr lang="en-US" sz="5800" dirty="0">
              <a:latin typeface="Arial Black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65388" y="2572247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Попробуйте найти свою скрытую жемчужину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03120" y="4183628"/>
            <a:ext cx="23774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4195705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Сайт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4488313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A6A80"/>
                </a:solidFill>
                <a:ea typeface="+mn-lt"/>
                <a:cs typeface="+mn-lt"/>
              </a:rPr>
              <a:t>courageous-pie-023f20.netlify.app</a:t>
            </a:r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4846320" y="4183628"/>
            <a:ext cx="23774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4195705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4488313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github.com/Vladsinks/hiddensteam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200" dirty="0">
              <a:solidFill>
                <a:srgbClr val="4A6A8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Экран (16:9)</PresentationFormat>
  <Paragraphs>0</Paragraphs>
  <Slides>7</Slides>
  <Notes>7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HiddenSteam</dc:title>
  <dc:subject>PptxGenJS Presentation</dc:subject>
  <dc:creator>PptxGenJS</dc:creator>
  <cp:lastModifiedBy>PptxGenJS</cp:lastModifiedBy>
  <cp:revision>19</cp:revision>
  <dcterms:created xsi:type="dcterms:W3CDTF">2026-05-22T17:30:22Z</dcterms:created>
  <dcterms:modified xsi:type="dcterms:W3CDTF">2026-05-22T22:04:11Z</dcterms:modified>
</cp:coreProperties>
</file>